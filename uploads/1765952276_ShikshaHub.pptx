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63" r:id="rId3"/>
    <p:sldId id="258" r:id="rId4"/>
    <p:sldId id="257" r:id="rId5"/>
    <p:sldId id="259" r:id="rId6"/>
    <p:sldId id="268" r:id="rId7"/>
    <p:sldId id="261" r:id="rId8"/>
    <p:sldId id="262" r:id="rId9"/>
    <p:sldId id="260" r:id="rId10"/>
    <p:sldId id="266" r:id="rId11"/>
    <p:sldId id="264" r:id="rId12"/>
    <p:sldId id="265" r:id="rId13"/>
    <p:sldId id="267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902B-0AF6-71AE-3658-692AB9B57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ShikshaHub</a:t>
            </a:r>
            <a:br>
              <a:rPr lang="en-US" dirty="0"/>
            </a:br>
            <a:r>
              <a:rPr lang="en-US" dirty="0"/>
              <a:t> </a:t>
            </a:r>
            <a:r>
              <a:rPr lang="en-US" sz="2700" dirty="0"/>
              <a:t>a Web-Based Study Material Sharing Platform</a:t>
            </a:r>
            <a:endParaRPr lang="en-GB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724B0-5CA8-848F-5762-808C6AF13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Biken Shrestha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75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E91B-F6BE-73A7-BFBE-100065D3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FFD1F-DF1A-CCE5-00C5-ED92CD33E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4" y="1965960"/>
            <a:ext cx="5274129" cy="2524397"/>
          </a:xfrm>
        </p:spPr>
        <p:txBody>
          <a:bodyPr/>
          <a:lstStyle/>
          <a:p>
            <a:r>
              <a:rPr lang="en-US" dirty="0"/>
              <a:t>Shiksha hub is a web-based platform for sharing study materials like notes , assignments  etc. It aims to enhance collaboration between students and teachers by offering a centralized, accessible digital repository.</a:t>
            </a:r>
            <a:endParaRPr lang="en-GB" dirty="0"/>
          </a:p>
        </p:txBody>
      </p:sp>
      <p:pic>
        <p:nvPicPr>
          <p:cNvPr id="8" name="Graphic 7" descr="Books with solid fill">
            <a:extLst>
              <a:ext uri="{FF2B5EF4-FFF2-40B4-BE49-F238E27FC236}">
                <a16:creationId xmlns:a16="http://schemas.microsoft.com/office/drawing/2014/main" id="{5C68F7BA-04B8-EA95-DEE2-688F5D9A6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5285" y="1730828"/>
            <a:ext cx="1040129" cy="1040129"/>
          </a:xfrm>
          <a:prstGeom prst="rect">
            <a:avLst/>
          </a:prstGeom>
        </p:spPr>
      </p:pic>
      <p:pic>
        <p:nvPicPr>
          <p:cNvPr id="1026" name="Picture 2" descr="Enhancing Teaching with Web-Based Technology Tools">
            <a:extLst>
              <a:ext uri="{FF2B5EF4-FFF2-40B4-BE49-F238E27FC236}">
                <a16:creationId xmlns:a16="http://schemas.microsoft.com/office/drawing/2014/main" id="{1E4F3B21-CDDD-A918-1529-50689DE1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18953"/>
            <a:ext cx="5259320" cy="36184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7090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7B59-C4C6-CC2F-72AE-DB30AE65F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79ED-9D95-A9D5-C8F9-7A58434BA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Scattered</a:t>
            </a:r>
            <a:r>
              <a:rPr lang="en-GB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Resources</a:t>
            </a:r>
          </a:p>
          <a:p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Duplication</a:t>
            </a:r>
            <a:r>
              <a:rPr lang="en-GB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GB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Effort </a:t>
            </a:r>
          </a:p>
          <a:p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Limited Accessibility                 </a:t>
            </a:r>
          </a:p>
          <a:p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Lack of Collaboration</a:t>
            </a:r>
          </a:p>
          <a:p>
            <a:endParaRPr lang="en-GB" dirty="0"/>
          </a:p>
          <a:p>
            <a:pPr marL="45720" indent="0">
              <a:buNone/>
            </a:pPr>
            <a:endParaRPr lang="en-GB" dirty="0"/>
          </a:p>
        </p:txBody>
      </p:sp>
      <p:pic>
        <p:nvPicPr>
          <p:cNvPr id="3074" name="Picture 2" descr="What Is Problem Management? Everything You Need to Know About It">
            <a:extLst>
              <a:ext uri="{FF2B5EF4-FFF2-40B4-BE49-F238E27FC236}">
                <a16:creationId xmlns:a16="http://schemas.microsoft.com/office/drawing/2014/main" id="{D073FE90-78DA-2EC9-DE35-45C49408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035" y="1665514"/>
            <a:ext cx="6531430" cy="290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8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7FAB3-831B-049E-4B32-057FD686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7A5E-4C69-4890-C642-25D03B89F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5257800" cy="3624943"/>
          </a:xfrm>
        </p:spPr>
        <p:txBody>
          <a:bodyPr/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create a user-friendly platform for sharing and accessing study materials and facilitate collaboration between students and teachers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create open resource so that it will be available at anytime and anywhere. </a:t>
            </a:r>
            <a:endParaRPr lang="en-GB" dirty="0"/>
          </a:p>
        </p:txBody>
      </p:sp>
      <p:pic>
        <p:nvPicPr>
          <p:cNvPr id="4098" name="Picture 2" descr="Blog: Is it possible to be completely objective? — People Matters">
            <a:extLst>
              <a:ext uri="{FF2B5EF4-FFF2-40B4-BE49-F238E27FC236}">
                <a16:creationId xmlns:a16="http://schemas.microsoft.com/office/drawing/2014/main" id="{605C5FDC-534A-1CCB-B7AD-ADA306960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878" y="1688375"/>
            <a:ext cx="5201922" cy="292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3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FE08-F04B-EC25-E88F-96E0DC74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To be Used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75157-6FAE-0F7C-109E-70F9C4988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6302829" cy="3151414"/>
          </a:xfrm>
        </p:spPr>
        <p:txBody>
          <a:bodyPr/>
          <a:lstStyle/>
          <a:p>
            <a:r>
              <a:rPr lang="en-US" dirty="0"/>
              <a:t> Frontend :</a:t>
            </a:r>
          </a:p>
          <a:p>
            <a:pPr marL="45720" indent="0">
              <a:buNone/>
            </a:pPr>
            <a:r>
              <a:rPr lang="en-US" dirty="0"/>
              <a:t>HTML,CSS and Java-script</a:t>
            </a:r>
          </a:p>
          <a:p>
            <a:r>
              <a:rPr lang="en-US" dirty="0"/>
              <a:t> Backend:</a:t>
            </a:r>
          </a:p>
          <a:p>
            <a:pPr marL="45720" indent="0">
              <a:buNone/>
            </a:pPr>
            <a:r>
              <a:rPr lang="en-US" dirty="0"/>
              <a:t>PHP</a:t>
            </a:r>
          </a:p>
          <a:p>
            <a:r>
              <a:rPr lang="en-US" dirty="0"/>
              <a:t>Database:</a:t>
            </a:r>
          </a:p>
          <a:p>
            <a:pPr marL="45720" indent="0">
              <a:buNone/>
            </a:pPr>
            <a:r>
              <a:rPr lang="en-US" dirty="0"/>
              <a:t>MYSQL</a:t>
            </a:r>
          </a:p>
          <a:p>
            <a:endParaRPr lang="en-US" dirty="0"/>
          </a:p>
          <a:p>
            <a:endParaRPr lang="en-GB" dirty="0"/>
          </a:p>
        </p:txBody>
      </p:sp>
      <p:pic>
        <p:nvPicPr>
          <p:cNvPr id="2050" name="Picture 2" descr="Which technology is best for my Website? - Tree Web Solutions">
            <a:extLst>
              <a:ext uri="{FF2B5EF4-FFF2-40B4-BE49-F238E27FC236}">
                <a16:creationId xmlns:a16="http://schemas.microsoft.com/office/drawing/2014/main" id="{3F54E520-E8DF-ABCA-E428-118CA294E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57" y="2261235"/>
            <a:ext cx="3429000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18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24C8-549C-588D-2705-BDB462BA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endParaRPr lang="en-GB" dirty="0"/>
          </a:p>
        </p:txBody>
      </p:sp>
      <p:pic>
        <p:nvPicPr>
          <p:cNvPr id="1026" name="Picture 2" descr="Waterfall Methodology. Waterfall Methodology | by Chathmini Jayathilaka |  Medium">
            <a:extLst>
              <a:ext uri="{FF2B5EF4-FFF2-40B4-BE49-F238E27FC236}">
                <a16:creationId xmlns:a16="http://schemas.microsoft.com/office/drawing/2014/main" id="{6146F7D6-1B27-08AA-76FF-12A40A086C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19" y="1510049"/>
            <a:ext cx="5732437" cy="458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025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DC2-7A89-8BDF-518C-B01F774C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 0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E614B-F0A9-60A6-4240-AA74046FC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314710"/>
            <a:ext cx="9872663" cy="3523979"/>
          </a:xfrm>
        </p:spPr>
      </p:pic>
    </p:spTree>
    <p:extLst>
      <p:ext uri="{BB962C8B-B14F-4D97-AF65-F5344CB8AC3E}">
        <p14:creationId xmlns:p14="http://schemas.microsoft.com/office/powerpoint/2010/main" val="42817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43B7-3BA6-24D0-5E2C-E0DDB0C4B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Level 1 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55C88-114C-BBB8-AEAA-35CA5A292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149" y="2057400"/>
            <a:ext cx="6070365" cy="4038600"/>
          </a:xfrm>
        </p:spPr>
      </p:pic>
    </p:spTree>
    <p:extLst>
      <p:ext uri="{BB962C8B-B14F-4D97-AF65-F5344CB8AC3E}">
        <p14:creationId xmlns:p14="http://schemas.microsoft.com/office/powerpoint/2010/main" val="3907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2F4D-4143-E306-ED02-B75017E2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9EC8DE-CBD8-6FA1-FA99-CAECD9081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3099" y="2057400"/>
            <a:ext cx="5912465" cy="4038600"/>
          </a:xfrm>
        </p:spPr>
      </p:pic>
    </p:spTree>
    <p:extLst>
      <p:ext uri="{BB962C8B-B14F-4D97-AF65-F5344CB8AC3E}">
        <p14:creationId xmlns:p14="http://schemas.microsoft.com/office/powerpoint/2010/main" val="349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D85A-9477-0C51-AC15-6329BF186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8264FB-C539-EFE4-8190-C6F94B4E3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463" y="2057400"/>
            <a:ext cx="7231736" cy="4038600"/>
          </a:xfrm>
        </p:spPr>
      </p:pic>
    </p:spTree>
    <p:extLst>
      <p:ext uri="{BB962C8B-B14F-4D97-AF65-F5344CB8AC3E}">
        <p14:creationId xmlns:p14="http://schemas.microsoft.com/office/powerpoint/2010/main" val="221824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CBAD-E1E3-253D-E39C-141EA766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3D9A78-D588-D837-9104-89E50DC1EB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355" y="1619838"/>
            <a:ext cx="536121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 fully functional web platform that enables secure sharing, searching, and downloading of academic materials by students and teachers.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 role-based system where administrators manage users and content, ensuring an organized and collaborative learning environment.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Figma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123" name="Picture 3" descr="thought-desired-outcome - Calm Achiever">
            <a:extLst>
              <a:ext uri="{FF2B5EF4-FFF2-40B4-BE49-F238E27FC236}">
                <a16:creationId xmlns:a16="http://schemas.microsoft.com/office/drawing/2014/main" id="{7955416D-FE8A-1354-FC50-5A8B9DB82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717" y="2188029"/>
            <a:ext cx="332422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99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CECA-0FF1-FB8B-F0E9-5B78B6C4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1120-FBBD-CCB9-41E5-F97FB7C7F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4953000" cy="4038600"/>
          </a:xfrm>
        </p:spPr>
        <p:txBody>
          <a:bodyPr/>
          <a:lstStyle/>
          <a:p>
            <a:r>
              <a:rPr lang="en-US" dirty="0"/>
              <a:t>To conclude, </a:t>
            </a:r>
            <a:r>
              <a:rPr lang="en-US" dirty="0" err="1"/>
              <a:t>ShikshaHub</a:t>
            </a:r>
            <a:r>
              <a:rPr lang="en-US" dirty="0"/>
              <a:t> is a user-friendly platform that simplifies the sharing of study materials between students and teachers. It helps create a more organized and collaborative academic environment by centralizing resources and ensuring easy access for all users.</a:t>
            </a:r>
            <a:endParaRPr lang="en-GB" dirty="0"/>
          </a:p>
        </p:txBody>
      </p:sp>
      <p:pic>
        <p:nvPicPr>
          <p:cNvPr id="6146" name="Picture 2" descr="Conclusion Vector Art, Icons, and ...">
            <a:extLst>
              <a:ext uri="{FF2B5EF4-FFF2-40B4-BE49-F238E27FC236}">
                <a16:creationId xmlns:a16="http://schemas.microsoft.com/office/drawing/2014/main" id="{9AC8F9BC-A82A-CF2E-31F0-8E568F6E3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343" y="2057400"/>
            <a:ext cx="4223657" cy="223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953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ank You Images - Free Download on Freepik">
            <a:extLst>
              <a:ext uri="{FF2B5EF4-FFF2-40B4-BE49-F238E27FC236}">
                <a16:creationId xmlns:a16="http://schemas.microsoft.com/office/drawing/2014/main" id="{29B4359C-F0E8-0818-2BF9-11B3B8226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933450"/>
            <a:ext cx="704850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5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A5A4-4BA6-6DC3-159E-EE7855A5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3C3F3-20A2-2116-3716-07A6D8147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294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8C66-0E7D-6EF4-1577-A4A2FD86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1BFAA-D1D6-2DD3-2E9C-3A4F90D0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92311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ShikshaHub</Template>
  <TotalTime>155</TotalTime>
  <Words>217</Words>
  <Application>Microsoft Office PowerPoint</Application>
  <PresentationFormat>Widescreen</PresentationFormat>
  <Paragraphs>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Basis</vt:lpstr>
      <vt:lpstr>ShikshaHub  a Web-Based Study Material Sharing Platform</vt:lpstr>
      <vt:lpstr>Introduction</vt:lpstr>
      <vt:lpstr>Problem Statement</vt:lpstr>
      <vt:lpstr>Objectives</vt:lpstr>
      <vt:lpstr>Technology To be Used</vt:lpstr>
      <vt:lpstr>Methodology </vt:lpstr>
      <vt:lpstr>DFD Level 0</vt:lpstr>
      <vt:lpstr>DFD Level 1 </vt:lpstr>
      <vt:lpstr>Use case diagram</vt:lpstr>
      <vt:lpstr>Gantt Chart</vt:lpstr>
      <vt:lpstr>Expected Outcome</vt:lpstr>
      <vt:lpstr>Conclusion</vt:lpstr>
      <vt:lpstr>PowerPoint Presentation</vt:lpstr>
      <vt:lpstr>Features 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biken shrestha</dc:creator>
  <cp:lastModifiedBy>biken shrestha</cp:lastModifiedBy>
  <cp:revision>4</cp:revision>
  <dcterms:created xsi:type="dcterms:W3CDTF">2025-05-15T21:34:20Z</dcterms:created>
  <dcterms:modified xsi:type="dcterms:W3CDTF">2025-08-20T02:51:26Z</dcterms:modified>
</cp:coreProperties>
</file>